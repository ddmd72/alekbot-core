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 — Q3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Results and next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EUR 214,000, up 12% on Q2; churn down to 3.1%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the Lisbon office in January; hire two support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2026-01-15T09:00:00Z</dcterms:created>
  <dcterms:modified xsi:type="dcterms:W3CDTF">2026-01-15T09:00:00Z</dcterms:modified>
  <cp:category/>
  <cp:lastPrinted>2026-01-15T09:00:00Z</cp:lastPrinted>
</cp:coreProperties>
</file>